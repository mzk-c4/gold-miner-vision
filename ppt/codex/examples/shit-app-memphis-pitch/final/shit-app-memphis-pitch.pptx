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-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2-probl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3-product-ide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4-user-mod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5-core-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6-intera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7-ai-playboo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8-data-reten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9-design-log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0-roadmap-clos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